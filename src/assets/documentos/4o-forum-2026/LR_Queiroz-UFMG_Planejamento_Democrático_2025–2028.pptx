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https://prezi.com/view/paiA4RYRg7lCeK8o21yG/?referral_token=6UGifglnB3FN&amp;utm_source=ppt_qr_code" TargetMode="External" Type="http://schemas.openxmlformats.org/officeDocument/2006/relationships/hyperlink"/><Relationship Id="rId4" Target="../media/image3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i.com/view/paiA4RYRg7lCeK8o21yG/?referral_token=6UGifglnB3FN&amp;utm_source=ppt_qr_code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14400" y="7137400"/>
            <a:ext cx="5003800" cy="1422400"/>
          </a:xfrm>
          <a:custGeom>
            <a:avLst/>
            <a:gdLst/>
            <a:ahLst/>
            <a:cxnLst/>
            <a:rect r="r" b="b" t="t" l="l"/>
            <a:pathLst>
              <a:path h="1422400" w="5003800">
                <a:moveTo>
                  <a:pt x="0" y="0"/>
                </a:moveTo>
                <a:lnTo>
                  <a:pt x="5003800" y="0"/>
                </a:lnTo>
                <a:lnTo>
                  <a:pt x="5003800" y="1422400"/>
                </a:lnTo>
                <a:lnTo>
                  <a:pt x="0" y="14224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id="4" name="Picture 4"/>
          <p:cNvPicPr>
            <a:picLocks noChangeAspect="1" noGrp="1" noRot="1" noMove="1" noResize="1" noEditPoints="1" noAdjustHandles="1" noChangeArrowheads="1" noChangeShapeType="1" noCrop="1" noSelect="0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1900" y="3860800"/>
            <a:ext cx="5994400" cy="599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